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69280" cy="6858000"/>
          </a:xfrm>
          <a:prstGeom prst="rect">
            <a:avLst/>
          </a:prstGeom>
          <a:solidFill>
            <a:srgbClr val="0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7D0F2"/>
                </a:solidFill>
                <a:latin typeface="Microsoft JhengHei"/>
              </a:rPr>
              <a:t>Soraeru  ·  Google Play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空耳學單字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87D0F2"/>
                </a:solidFill>
                <a:latin typeface="Microsoft JhengHei"/>
              </a:rPr>
              <a:t>用發音，記住外語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外語發音 → 台灣華語空耳近似音
加速記憶的小型語言學習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7D0F2"/>
                </a:solidFill>
                <a:latin typeface="Microsoft JhengHei"/>
              </a:rPr>
              <a:t>規劃書 v1.1 ｜ 2026-08-06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63256" y="722376"/>
            <a:ext cx="2602659" cy="550468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05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777240"/>
            <a:ext cx="2492932" cy="5394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7D0F2"/>
                </a:solidFill>
                <a:latin typeface="Microsoft JhengHei"/>
              </a:rP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簡報大綱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從產品定位到可開工交付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8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1C1E"/>
                </a:solidFill>
                <a:latin typeface="Microsoft JhengHei"/>
              </a:rPr>
              <a:t>產品定位與核心價值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87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1C1E"/>
                </a:solidFill>
                <a:latin typeface="Microsoft JhengHei"/>
              </a:rPr>
              <a:t>MVP 範圍與功能亮點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558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1C1E"/>
                </a:solidFill>
                <a:latin typeface="Microsoft JhengHei"/>
              </a:rPr>
              <a:t>使用者旅程與畫面設計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59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4160519"/>
            <a:ext cx="457200" cy="457200"/>
          </a:xfrm>
          <a:prstGeom prst="ellipse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519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24527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1C1E"/>
                </a:solidFill>
                <a:latin typeface="Microsoft JhengHei"/>
              </a:rPr>
              <a:t>系統架構與技術棧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5029200"/>
            <a:ext cx="457200" cy="457200"/>
          </a:xfrm>
          <a:prstGeom prst="ellipse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120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932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1C1E"/>
                </a:solidFill>
                <a:latin typeface="Microsoft JhengHei"/>
              </a:rPr>
              <a:t>時程、指標與開工清單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一句話產品定義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範圍凍結後的開工規格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766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1C1E"/>
                </a:solidFill>
                <a:latin typeface="Microsoft JhengHei"/>
              </a:rPr>
              <a:t>使用者登入後，以手動輸入或拍照／相簿 OCR 選字，經單一 AI 分析 API 自動判斷來源語言，取得詞義、正式讀音與台灣華語近似音候選；選一個候選後存入與帳號綁定的單字卡。
重點不是「只學英美日」，而是：
任何外語發音 → 華語可記的空耳 → 加速記憶。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D0E6F3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64"/>
                </a:solidFill>
                <a:latin typeface="Microsoft JhengHei"/>
              </a:rPr>
              <a:t>平台
Android ＋ Google 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88036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BEE9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3063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64"/>
                </a:solidFill>
                <a:latin typeface="Microsoft JhengHei"/>
              </a:rPr>
              <a:t>語言
多語自動偵測，不鎖白名單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3891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DCC0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64"/>
                </a:solidFill>
                <a:latin typeface="Microsoft JhengHei"/>
              </a:rPr>
              <a:t>帳戶
Google＋Email／日額度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核心價值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系統產初稿，使用者只判斷好不好記</a:t>
            </a:r>
          </a:p>
        </p:txBody>
      </p:sp>
      <p:pic>
        <p:nvPicPr>
          <p:cNvPr id="6" name="Picture 5" descr="valu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920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MVP 範圍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先求可上架閉環，砍掉不可控成本</a:t>
            </a:r>
          </a:p>
        </p:txBody>
      </p:sp>
      <p:pic>
        <p:nvPicPr>
          <p:cNvPr id="6" name="Picture 5" descr="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5527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功能亮點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F01–F20 中的體驗主軸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手動輸入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≤50 字短語
預設自動偵測語言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371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19" y="1600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1664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裝置端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651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拍照／相簿選字
原圖絕不上傳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71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66759" y="1600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664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多語空耳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651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詞義＋讀音＋
2～3 近似音候選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50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正式發音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系統 TTS 播放
近似音不播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9" y="3657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17719" y="3886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19" y="3950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單字卡雲端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搜尋／語言篩選
帳號歸屬查重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36576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66759" y="3886200"/>
            <a:ext cx="640080" cy="50292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59" y="3950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64"/>
                </a:solidFill>
                <a:latin typeface="Microsoft JhengHei"/>
              </a:rPr>
              <a:t>額度控費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每日 AI 上限
重產≤3／快取命中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使用者旅程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登入 → 輸入／OCR → 空耳 → 收藏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7 / 17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FC578D5-FD60-4A61-9CCD-4FD8D7BB5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4" y="1188720"/>
            <a:ext cx="11573437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使用者旅程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TW" altLang="en-US" sz="1400" b="0" dirty="0">
                <a:solidFill>
                  <a:srgbClr val="3F484D"/>
                </a:solidFill>
                <a:latin typeface="Microsoft JhengHei"/>
              </a:rPr>
              <a:t>業務流程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7 / 17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8C4343E-8A74-48ED-8F63-D85EE3C6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38" y="1405014"/>
            <a:ext cx="11541522" cy="494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1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關鍵畫面｜進入體驗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Splash → 登入 → 首次說明（L00／L01／L04）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00_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19716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品牌啟動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529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60" y="1234440"/>
            <a:ext cx="2197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016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Google／Email 登入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537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04_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240" y="1234440"/>
            <a:ext cx="2197160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4024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首次使用說明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8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關鍵畫面｜主閉環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Stitch 高保真 UI（L05／L06／L10）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05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19716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首頁入口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529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06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60" y="1234440"/>
            <a:ext cx="2197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016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單字輸入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537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10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240" y="1234440"/>
            <a:ext cx="2197160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4024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分析結果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9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關鍵畫面｜圖片取字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隱私優先：只在手機辨識，後端只收文字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0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19716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選圖／拍照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529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08_o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60" y="1234440"/>
            <a:ext cx="2197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016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OCR 選字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537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09_analyz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240" y="1234440"/>
            <a:ext cx="2197160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4024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分析中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10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關鍵畫面｜帳號與收藏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單字卡、詳情、設定與額度預留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11_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19716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我的單字卡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529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12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60" y="1234440"/>
            <a:ext cx="2197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016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單字卡詳情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5376" y="1179576"/>
            <a:ext cx="2306888" cy="4864608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13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240" y="1234440"/>
            <a:ext cx="2197160" cy="475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40240" y="6080760"/>
            <a:ext cx="219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D64"/>
                </a:solidFill>
                <a:latin typeface="Microsoft JhengHei"/>
              </a:rPr>
              <a:t>設定／帳號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11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設計系統｜Soraeru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Pragmatic &amp; Supportive｜Deep Teal 專業學習工具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737360" cy="1371600"/>
          </a:xfrm>
          <a:prstGeom prst="round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Primary
#004D64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599" y="1371600"/>
            <a:ext cx="1737360" cy="1371600"/>
          </a:xfrm>
          <a:prstGeom prst="roundRect">
            <a:avLst/>
          </a:prstGeom>
          <a:solidFill>
            <a:srgbClr val="00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599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Container
#006684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371600"/>
            <a:ext cx="1737360" cy="1371600"/>
          </a:xfrm>
          <a:prstGeom prst="roundRect">
            <a:avLst/>
          </a:prstGeom>
          <a:solidFill>
            <a:srgbClr val="87D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19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Soft
#87D0F2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39" y="1371600"/>
            <a:ext cx="1737360" cy="1371600"/>
          </a:xfrm>
          <a:prstGeom prst="roundRect">
            <a:avLst/>
          </a:prstGeom>
          <a:solidFill>
            <a:srgbClr val="4D6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39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Secondary
#4D616C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371600"/>
            <a:ext cx="1737360" cy="1371600"/>
          </a:xfrm>
          <a:prstGeom prst="roundRect">
            <a:avLst/>
          </a:prstGeom>
          <a:solidFill>
            <a:srgbClr val="8B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Warning
#8B5000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371600"/>
            <a:ext cx="1737360" cy="1371600"/>
          </a:xfrm>
          <a:prstGeom prst="roundRect">
            <a:avLst/>
          </a:prstGeom>
          <a:solidFill>
            <a:srgbClr val="006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2680" y="2880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1C1E"/>
                </a:solidFill>
                <a:latin typeface="Microsoft JhengHei"/>
              </a:rPr>
              <a:t>Info
#0061A4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886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單一任務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484D"/>
                </a:solidFill>
                <a:latin typeface="Microsoft JhengHei"/>
              </a:rPr>
              <a:t>每頁最多一個實心 Primary CTA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4903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886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安全優先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062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484D"/>
                </a:solidFill>
                <a:latin typeface="Microsoft JhengHei"/>
              </a:rPr>
              <a:t>空耳警示與 OCR 隱私視為一等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1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983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層次深度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03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484D"/>
                </a:solidFill>
                <a:latin typeface="Microsoft JhengHei"/>
              </a:rPr>
              <a:t>用 surface 層級區分內容，不用厚重陰影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84631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983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雙語可讀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303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484D"/>
                </a:solidFill>
                <a:latin typeface="Microsoft JhengHei"/>
              </a:rPr>
              <a:t>Hanken Grotesk + Noto Sans + JetBrains Mono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12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手機端 OCR／TTS ＋ 雲端單一分析 API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57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13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技術棧與工具鏈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以 Visual Studio 2026 為主力 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4D64"/>
                </a:solidFill>
                <a:latin typeface="Microsoft JhengHei"/>
              </a:rPr>
              <a:t>.NET MAUI
Android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39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4D64"/>
                </a:solidFill>
                <a:latin typeface="Microsoft JhengHei"/>
              </a:rPr>
              <a:t>ASP.NET Core
Minimal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9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4D64"/>
                </a:solidFill>
                <a:latin typeface="Microsoft JhengHei"/>
              </a:rPr>
              <a:t>Google Sign-In
＋ Email／密碼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4D64"/>
                </a:solidFill>
                <a:latin typeface="Microsoft JhengHei"/>
              </a:rPr>
              <a:t>裝置端
ML Kit 等同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3520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39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297680"/>
            <a:ext cx="3017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200" b="1" dirty="0">
                <a:solidFill>
                  <a:srgbClr val="004D64"/>
                </a:solidFill>
                <a:latin typeface="Microsoft JhengHei"/>
              </a:rPr>
              <a:t>Gemini</a:t>
            </a:r>
            <a:r>
              <a:rPr sz="2200" b="1" dirty="0">
                <a:solidFill>
                  <a:srgbClr val="004D64"/>
                </a:solidFill>
                <a:latin typeface="Microsoft JhengHei"/>
              </a:rPr>
              <a:t>
</a:t>
            </a:r>
            <a:r>
              <a:rPr sz="2200" b="1" dirty="0" err="1">
                <a:solidFill>
                  <a:srgbClr val="004D64"/>
                </a:solidFill>
                <a:latin typeface="Microsoft JhengHei"/>
              </a:rPr>
              <a:t>選定文字模型</a:t>
            </a:r>
            <a:endParaRPr sz="2200" b="1" dirty="0">
              <a:solidFill>
                <a:srgbClr val="004D64"/>
              </a:solidFill>
              <a:latin typeface="Microsoft Jheng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8159" y="35204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9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484D"/>
                </a:solidFill>
                <a:latin typeface="Microsoft JhengHei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4297680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004D64"/>
                </a:solidFill>
                <a:latin typeface="Microsoft JhengHei"/>
              </a:rPr>
              <a:t>Google Stitch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14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開發時程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目標 8 週上架軌道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4960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15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成功指標與隱私原則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可量測、可上架、可信賴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484D"/>
                </a:solidFill>
                <a:latin typeface="Microsoft JhengHei"/>
              </a:rPr>
              <a:t>登入成功率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4D64"/>
                </a:solidFill>
                <a:latin typeface="Microsoft JhengHei"/>
              </a:rPr>
              <a:t>≥ 98%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7160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484D"/>
                </a:solidFill>
                <a:latin typeface="Microsoft JhengHei"/>
              </a:rPr>
              <a:t>生成成功率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4D64"/>
                </a:solidFill>
                <a:latin typeface="Microsoft JhengHei"/>
              </a:rPr>
              <a:t>≥ 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37160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484D"/>
                </a:solidFill>
                <a:latin typeface="Microsoft JhengHei"/>
              </a:rPr>
              <a:t>收藏率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4D64"/>
                </a:solidFill>
                <a:latin typeface="Microsoft JhengHei"/>
              </a:rPr>
              <a:t>≥ 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37160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484D"/>
                </a:solidFill>
                <a:latin typeface="Microsoft JhengHei"/>
              </a:rPr>
              <a:t>P95 延遲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4D64"/>
                </a:solidFill>
                <a:latin typeface="Microsoft JhengHei"/>
              </a:rPr>
              <a:t>&lt; 8 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371600"/>
            <a:ext cx="21488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484D"/>
                </a:solidFill>
                <a:latin typeface="Microsoft JhengHei"/>
              </a:rPr>
              <a:t>Crash-free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0574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4D64"/>
                </a:solidFill>
                <a:latin typeface="Microsoft JhengHei"/>
              </a:rPr>
              <a:t>≥ 99%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D0E6F3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64"/>
                </a:solidFill>
                <a:latin typeface="Microsoft JhengHei"/>
              </a:rPr>
              <a:t>隱私與資安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690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1E"/>
                </a:solidFill>
                <a:latin typeface="Microsoft JhengHei"/>
              </a:rPr>
              <a:t>• 原圖不離開手機
• 僅選定文字送 API／LLM
• LLM Key 不上 App
• JWT／密碼雜湊／最小權限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383280"/>
            <a:ext cx="5303520" cy="2560320"/>
          </a:xfrm>
          <a:prstGeom prst="roundRect">
            <a:avLst>
              <a:gd name="adj" fmla="val 8000"/>
            </a:avLst>
          </a:prstGeom>
          <a:solidFill>
            <a:srgbClr val="FFDCC0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000"/>
                </a:solidFill>
                <a:latin typeface="Microsoft JhengHei"/>
              </a:rPr>
              <a:t>風險對策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069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1E"/>
                </a:solidFill>
                <a:latin typeface="Microsoft JhengHei"/>
              </a:rPr>
              <a:t>• 多語品質不均 → 聲明＋重產＋覆寫語言
• OCR 弱語系 → 手動輸入一等公民
• AI 費用 → 額度＋快取＋熔斷
• 金流過早 → Phase 2 再接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16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D64"/>
                </a:solidFill>
                <a:latin typeface="Microsoft JhengHei"/>
              </a:rPr>
              <a:t>開工閉環與下一步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F484D"/>
                </a:solidFill>
                <a:latin typeface="Microsoft JhengHei"/>
              </a:rPr>
              <a:t>規格已合流，可直接動手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004D64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登入 → 輸入或 OCR 選字 → 多語偵測與空耳 → 選候選 → 存入帳號單字卡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1. Auth＋L01～L03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31089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19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2. Users／Quota／JWT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310896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3. 多語 Prompt 定稿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4. Analyze＋結果頁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43434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19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5. Notebook＋OCR＋TTS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43434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F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59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D64"/>
                </a:solidFill>
                <a:latin typeface="Microsoft JhengHei"/>
              </a:rPr>
              <a:t>6. 封閉測試＋送審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84D"/>
                </a:solidFill>
                <a:latin typeface="Microsoft JhengHei"/>
              </a:rPr>
              <a:t>Soraeru｜空耳學單字 MVP ｜ 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F484D"/>
                </a:solidFill>
                <a:latin typeface="Microsoft JhengHe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630</Words>
  <Application>Microsoft Office PowerPoint</Application>
  <PresentationFormat>寬螢幕</PresentationFormat>
  <Paragraphs>165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Ashton Hsu 許震宇</cp:lastModifiedBy>
  <cp:revision>4</cp:revision>
  <dcterms:created xsi:type="dcterms:W3CDTF">2013-01-27T09:14:16Z</dcterms:created>
  <dcterms:modified xsi:type="dcterms:W3CDTF">2026-08-07T09:10:27Z</dcterms:modified>
  <cp:category/>
</cp:coreProperties>
</file>